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2" r:id="rId2"/>
    <p:sldId id="258" r:id="rId3"/>
    <p:sldId id="259" r:id="rId4"/>
    <p:sldId id="265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74671-7CA3-4FD5-A100-49F43DF92E40}" v="5" dt="2024-12-01T10:57:46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pranitha nagubandi" userId="48a9c93a341284f9" providerId="LiveId" clId="{BCE8A029-A18C-451D-9399-E0CB8536CE5C}"/>
    <pc:docChg chg="custSel addSld modSld">
      <pc:chgData name="n pranitha nagubandi" userId="48a9c93a341284f9" providerId="LiveId" clId="{BCE8A029-A18C-451D-9399-E0CB8536CE5C}" dt="2024-11-29T04:46:14.046" v="1449" actId="14100"/>
      <pc:docMkLst>
        <pc:docMk/>
      </pc:docMkLst>
      <pc:sldChg chg="modSp mod">
        <pc:chgData name="n pranitha nagubandi" userId="48a9c93a341284f9" providerId="LiveId" clId="{BCE8A029-A18C-451D-9399-E0CB8536CE5C}" dt="2024-11-28T15:23:05.033" v="1419" actId="14100"/>
        <pc:sldMkLst>
          <pc:docMk/>
          <pc:sldMk cId="1089297861" sldId="258"/>
        </pc:sldMkLst>
        <pc:picChg chg="mod">
          <ac:chgData name="n pranitha nagubandi" userId="48a9c93a341284f9" providerId="LiveId" clId="{BCE8A029-A18C-451D-9399-E0CB8536CE5C}" dt="2024-11-28T15:23:05.033" v="1419" actId="14100"/>
          <ac:picMkLst>
            <pc:docMk/>
            <pc:sldMk cId="1089297861" sldId="258"/>
            <ac:picMk id="3" creationId="{A5AABB49-79ED-826F-C6E0-0E4C00FC241B}"/>
          </ac:picMkLst>
        </pc:picChg>
      </pc:sldChg>
      <pc:sldChg chg="addSp delSp modSp mod">
        <pc:chgData name="n pranitha nagubandi" userId="48a9c93a341284f9" providerId="LiveId" clId="{BCE8A029-A18C-451D-9399-E0CB8536CE5C}" dt="2024-11-29T04:45:09.076" v="1436" actId="21"/>
        <pc:sldMkLst>
          <pc:docMk/>
          <pc:sldMk cId="3428809631" sldId="259"/>
        </pc:sldMkLst>
        <pc:spChg chg="mod">
          <ac:chgData name="n pranitha nagubandi" userId="48a9c93a341284f9" providerId="LiveId" clId="{BCE8A029-A18C-451D-9399-E0CB8536CE5C}" dt="2024-11-28T15:22:18.587" v="1410"/>
          <ac:spMkLst>
            <pc:docMk/>
            <pc:sldMk cId="3428809631" sldId="259"/>
            <ac:spMk id="2" creationId="{59E51967-619D-FE59-F5D6-E22A364D18FE}"/>
          </ac:spMkLst>
        </pc:spChg>
        <pc:spChg chg="mod">
          <ac:chgData name="n pranitha nagubandi" userId="48a9c93a341284f9" providerId="LiveId" clId="{BCE8A029-A18C-451D-9399-E0CB8536CE5C}" dt="2024-11-29T04:43:50.110" v="1420" actId="255"/>
          <ac:spMkLst>
            <pc:docMk/>
            <pc:sldMk cId="3428809631" sldId="259"/>
            <ac:spMk id="3" creationId="{CF9C10D0-C662-5F80-74F6-DA3FFA856001}"/>
          </ac:spMkLst>
        </pc:spChg>
        <pc:picChg chg="add del mod">
          <ac:chgData name="n pranitha nagubandi" userId="48a9c93a341284f9" providerId="LiveId" clId="{BCE8A029-A18C-451D-9399-E0CB8536CE5C}" dt="2024-11-29T04:45:09.076" v="1436" actId="21"/>
          <ac:picMkLst>
            <pc:docMk/>
            <pc:sldMk cId="3428809631" sldId="259"/>
            <ac:picMk id="5" creationId="{DA72BD20-91BE-1A3D-5833-6E89F9D73764}"/>
          </ac:picMkLst>
        </pc:picChg>
      </pc:sldChg>
      <pc:sldChg chg="addSp modSp new mod">
        <pc:chgData name="n pranitha nagubandi" userId="48a9c93a341284f9" providerId="LiveId" clId="{BCE8A029-A18C-451D-9399-E0CB8536CE5C}" dt="2024-11-29T04:46:14.046" v="1449" actId="14100"/>
        <pc:sldMkLst>
          <pc:docMk/>
          <pc:sldMk cId="2247665527" sldId="260"/>
        </pc:sldMkLst>
        <pc:spChg chg="mod">
          <ac:chgData name="n pranitha nagubandi" userId="48a9c93a341284f9" providerId="LiveId" clId="{BCE8A029-A18C-451D-9399-E0CB8536CE5C}" dt="2024-11-28T15:22:18.587" v="1410"/>
          <ac:spMkLst>
            <pc:docMk/>
            <pc:sldMk cId="2247665527" sldId="260"/>
            <ac:spMk id="2" creationId="{E2504B3E-E219-2EEC-B0A5-818562273F5A}"/>
          </ac:spMkLst>
        </pc:spChg>
        <pc:spChg chg="mod">
          <ac:chgData name="n pranitha nagubandi" userId="48a9c93a341284f9" providerId="LiveId" clId="{BCE8A029-A18C-451D-9399-E0CB8536CE5C}" dt="2024-11-29T04:45:15.455" v="1437" actId="20577"/>
          <ac:spMkLst>
            <pc:docMk/>
            <pc:sldMk cId="2247665527" sldId="260"/>
            <ac:spMk id="3" creationId="{BBB196C6-B395-DF20-790C-F4CB517D376C}"/>
          </ac:spMkLst>
        </pc:spChg>
        <pc:picChg chg="add mod">
          <ac:chgData name="n pranitha nagubandi" userId="48a9c93a341284f9" providerId="LiveId" clId="{BCE8A029-A18C-451D-9399-E0CB8536CE5C}" dt="2024-11-29T04:46:09.716" v="1448" actId="14100"/>
          <ac:picMkLst>
            <pc:docMk/>
            <pc:sldMk cId="2247665527" sldId="260"/>
            <ac:picMk id="5" creationId="{DA72BD20-91BE-1A3D-5833-6E89F9D73764}"/>
          </ac:picMkLst>
        </pc:picChg>
        <pc:picChg chg="add mod">
          <ac:chgData name="n pranitha nagubandi" userId="48a9c93a341284f9" providerId="LiveId" clId="{BCE8A029-A18C-451D-9399-E0CB8536CE5C}" dt="2024-11-29T04:46:14.046" v="1449" actId="14100"/>
          <ac:picMkLst>
            <pc:docMk/>
            <pc:sldMk cId="2247665527" sldId="260"/>
            <ac:picMk id="6" creationId="{0ED21728-8502-7E49-0AFA-DA55E10355A7}"/>
          </ac:picMkLst>
        </pc:picChg>
      </pc:sldChg>
      <pc:sldChg chg="modSp new mod">
        <pc:chgData name="n pranitha nagubandi" userId="48a9c93a341284f9" providerId="LiveId" clId="{BCE8A029-A18C-451D-9399-E0CB8536CE5C}" dt="2024-11-28T15:22:18.587" v="1410"/>
        <pc:sldMkLst>
          <pc:docMk/>
          <pc:sldMk cId="1635346692" sldId="261"/>
        </pc:sldMkLst>
        <pc:spChg chg="mod">
          <ac:chgData name="n pranitha nagubandi" userId="48a9c93a341284f9" providerId="LiveId" clId="{BCE8A029-A18C-451D-9399-E0CB8536CE5C}" dt="2024-11-28T15:22:18.587" v="1410"/>
          <ac:spMkLst>
            <pc:docMk/>
            <pc:sldMk cId="1635346692" sldId="261"/>
            <ac:spMk id="2" creationId="{E02DBC9C-59ED-DBC5-67AC-D1BDCA8BBED6}"/>
          </ac:spMkLst>
        </pc:spChg>
        <pc:spChg chg="mod">
          <ac:chgData name="n pranitha nagubandi" userId="48a9c93a341284f9" providerId="LiveId" clId="{BCE8A029-A18C-451D-9399-E0CB8536CE5C}" dt="2024-11-28T15:22:18.587" v="1410"/>
          <ac:spMkLst>
            <pc:docMk/>
            <pc:sldMk cId="1635346692" sldId="261"/>
            <ac:spMk id="3" creationId="{A518E025-F2DB-074D-4663-A296160DD29A}"/>
          </ac:spMkLst>
        </pc:spChg>
      </pc:sldChg>
    </pc:docChg>
  </pc:docChgLst>
  <pc:docChgLst>
    <pc:chgData name="n pranitha nagubandi" userId="48a9c93a341284f9" providerId="LiveId" clId="{5C674671-7CA3-4FD5-A100-49F43DF92E40}"/>
    <pc:docChg chg="custSel addSld delSld modSld sldOrd">
      <pc:chgData name="n pranitha nagubandi" userId="48a9c93a341284f9" providerId="LiveId" clId="{5C674671-7CA3-4FD5-A100-49F43DF92E40}" dt="2024-12-01T10:58:33.138" v="290" actId="14100"/>
      <pc:docMkLst>
        <pc:docMk/>
      </pc:docMkLst>
      <pc:sldChg chg="addSp delSp modSp mod ord">
        <pc:chgData name="n pranitha nagubandi" userId="48a9c93a341284f9" providerId="LiveId" clId="{5C674671-7CA3-4FD5-A100-49F43DF92E40}" dt="2024-12-01T10:38:36.556" v="220"/>
        <pc:sldMkLst>
          <pc:docMk/>
          <pc:sldMk cId="1089297861" sldId="258"/>
        </pc:sldMkLst>
        <pc:picChg chg="del">
          <ac:chgData name="n pranitha nagubandi" userId="48a9c93a341284f9" providerId="LiveId" clId="{5C674671-7CA3-4FD5-A100-49F43DF92E40}" dt="2024-12-01T07:40:14.076" v="0" actId="21"/>
          <ac:picMkLst>
            <pc:docMk/>
            <pc:sldMk cId="1089297861" sldId="258"/>
            <ac:picMk id="3" creationId="{A5AABB49-79ED-826F-C6E0-0E4C00FC241B}"/>
          </ac:picMkLst>
        </pc:picChg>
        <pc:picChg chg="add mod">
          <ac:chgData name="n pranitha nagubandi" userId="48a9c93a341284f9" providerId="LiveId" clId="{5C674671-7CA3-4FD5-A100-49F43DF92E40}" dt="2024-12-01T07:40:58.413" v="5" actId="14100"/>
          <ac:picMkLst>
            <pc:docMk/>
            <pc:sldMk cId="1089297861" sldId="258"/>
            <ac:picMk id="4" creationId="{35E9ACA3-8E45-5AB6-774D-B6DB149768DD}"/>
          </ac:picMkLst>
        </pc:picChg>
      </pc:sldChg>
      <pc:sldChg chg="modSp mod">
        <pc:chgData name="n pranitha nagubandi" userId="48a9c93a341284f9" providerId="LiveId" clId="{5C674671-7CA3-4FD5-A100-49F43DF92E40}" dt="2024-12-01T10:55:02.195" v="232" actId="20577"/>
        <pc:sldMkLst>
          <pc:docMk/>
          <pc:sldMk cId="3428809631" sldId="259"/>
        </pc:sldMkLst>
        <pc:spChg chg="mod">
          <ac:chgData name="n pranitha nagubandi" userId="48a9c93a341284f9" providerId="LiveId" clId="{5C674671-7CA3-4FD5-A100-49F43DF92E40}" dt="2024-12-01T10:55:02.195" v="232" actId="20577"/>
          <ac:spMkLst>
            <pc:docMk/>
            <pc:sldMk cId="3428809631" sldId="259"/>
            <ac:spMk id="3" creationId="{CF9C10D0-C662-5F80-74F6-DA3FFA856001}"/>
          </ac:spMkLst>
        </pc:spChg>
      </pc:sldChg>
      <pc:sldChg chg="modSp del mod">
        <pc:chgData name="n pranitha nagubandi" userId="48a9c93a341284f9" providerId="LiveId" clId="{5C674671-7CA3-4FD5-A100-49F43DF92E40}" dt="2024-12-01T10:55:24.696" v="236" actId="2696"/>
        <pc:sldMkLst>
          <pc:docMk/>
          <pc:sldMk cId="2247665527" sldId="260"/>
        </pc:sldMkLst>
        <pc:spChg chg="mod">
          <ac:chgData name="n pranitha nagubandi" userId="48a9c93a341284f9" providerId="LiveId" clId="{5C674671-7CA3-4FD5-A100-49F43DF92E40}" dt="2024-12-01T10:55:11.428" v="234" actId="5793"/>
          <ac:spMkLst>
            <pc:docMk/>
            <pc:sldMk cId="2247665527" sldId="260"/>
            <ac:spMk id="3" creationId="{BBB196C6-B395-DF20-790C-F4CB517D376C}"/>
          </ac:spMkLst>
        </pc:spChg>
      </pc:sldChg>
      <pc:sldChg chg="addSp modSp new mod">
        <pc:chgData name="n pranitha nagubandi" userId="48a9c93a341284f9" providerId="LiveId" clId="{5C674671-7CA3-4FD5-A100-49F43DF92E40}" dt="2024-12-01T10:39:27.559" v="225" actId="14100"/>
        <pc:sldMkLst>
          <pc:docMk/>
          <pc:sldMk cId="3133961051" sldId="262"/>
        </pc:sldMkLst>
        <pc:picChg chg="add mod">
          <ac:chgData name="n pranitha nagubandi" userId="48a9c93a341284f9" providerId="LiveId" clId="{5C674671-7CA3-4FD5-A100-49F43DF92E40}" dt="2024-12-01T10:39:27.559" v="225" actId="14100"/>
          <ac:picMkLst>
            <pc:docMk/>
            <pc:sldMk cId="3133961051" sldId="262"/>
            <ac:picMk id="3" creationId="{05612953-DD11-4EF9-4780-348746A894E7}"/>
          </ac:picMkLst>
        </pc:picChg>
      </pc:sldChg>
      <pc:sldChg chg="addSp delSp modSp new del mod">
        <pc:chgData name="n pranitha nagubandi" userId="48a9c93a341284f9" providerId="LiveId" clId="{5C674671-7CA3-4FD5-A100-49F43DF92E40}" dt="2024-12-01T10:56:56.132" v="247" actId="2696"/>
        <pc:sldMkLst>
          <pc:docMk/>
          <pc:sldMk cId="2350958507" sldId="263"/>
        </pc:sldMkLst>
        <pc:picChg chg="add del mod">
          <ac:chgData name="n pranitha nagubandi" userId="48a9c93a341284f9" providerId="LiveId" clId="{5C674671-7CA3-4FD5-A100-49F43DF92E40}" dt="2024-12-01T10:56:42.500" v="245" actId="21"/>
          <ac:picMkLst>
            <pc:docMk/>
            <pc:sldMk cId="2350958507" sldId="263"/>
            <ac:picMk id="3" creationId="{C9E5D482-A86A-553B-23E4-A679A85274BD}"/>
          </ac:picMkLst>
        </pc:picChg>
      </pc:sldChg>
      <pc:sldChg chg="modSp new del mod">
        <pc:chgData name="n pranitha nagubandi" userId="48a9c93a341284f9" providerId="LiveId" clId="{5C674671-7CA3-4FD5-A100-49F43DF92E40}" dt="2024-12-01T10:57:06.235" v="251" actId="2696"/>
        <pc:sldMkLst>
          <pc:docMk/>
          <pc:sldMk cId="488662367" sldId="264"/>
        </pc:sldMkLst>
        <pc:spChg chg="mod">
          <ac:chgData name="n pranitha nagubandi" userId="48a9c93a341284f9" providerId="LiveId" clId="{5C674671-7CA3-4FD5-A100-49F43DF92E40}" dt="2024-12-01T10:56:59.244" v="249" actId="20577"/>
          <ac:spMkLst>
            <pc:docMk/>
            <pc:sldMk cId="488662367" sldId="264"/>
            <ac:spMk id="2" creationId="{7E86FF8E-28CA-5C5E-ABD6-D6D734F4E9E9}"/>
          </ac:spMkLst>
        </pc:spChg>
      </pc:sldChg>
      <pc:sldChg chg="addSp modSp new mod">
        <pc:chgData name="n pranitha nagubandi" userId="48a9c93a341284f9" providerId="LiveId" clId="{5C674671-7CA3-4FD5-A100-49F43DF92E40}" dt="2024-12-01T10:58:33.138" v="290" actId="14100"/>
        <pc:sldMkLst>
          <pc:docMk/>
          <pc:sldMk cId="4206847402" sldId="265"/>
        </pc:sldMkLst>
        <pc:spChg chg="mod">
          <ac:chgData name="n pranitha nagubandi" userId="48a9c93a341284f9" providerId="LiveId" clId="{5C674671-7CA3-4FD5-A100-49F43DF92E40}" dt="2024-12-01T10:57:36.012" v="273" actId="122"/>
          <ac:spMkLst>
            <pc:docMk/>
            <pc:sldMk cId="4206847402" sldId="265"/>
            <ac:spMk id="2" creationId="{1C40DB64-70DE-718A-0704-213F0AF71F8C}"/>
          </ac:spMkLst>
        </pc:spChg>
        <pc:picChg chg="add mod">
          <ac:chgData name="n pranitha nagubandi" userId="48a9c93a341284f9" providerId="LiveId" clId="{5C674671-7CA3-4FD5-A100-49F43DF92E40}" dt="2024-12-01T10:58:33.138" v="290" actId="14100"/>
          <ac:picMkLst>
            <pc:docMk/>
            <pc:sldMk cId="4206847402" sldId="265"/>
            <ac:picMk id="4" creationId="{C748C830-6BC1-5019-7224-2E142E36569B}"/>
          </ac:picMkLst>
        </pc:picChg>
        <pc:picChg chg="add mod">
          <ac:chgData name="n pranitha nagubandi" userId="48a9c93a341284f9" providerId="LiveId" clId="{5C674671-7CA3-4FD5-A100-49F43DF92E40}" dt="2024-12-01T10:58:18.420" v="286" actId="1076"/>
          <ac:picMkLst>
            <pc:docMk/>
            <pc:sldMk cId="4206847402" sldId="265"/>
            <ac:picMk id="6" creationId="{7F222BD6-565E-013C-2BE5-EA5816811F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290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162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7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048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47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444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723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9825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4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4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A576A0-DD36-481E-A45A-8C434158CAB9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D86CFA-E675-4A13-ADA7-0972BD3B76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03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12953-DD11-4EF9-4780-348746A89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186813"/>
            <a:ext cx="11729884" cy="642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6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E9ACA3-8E45-5AB6-774D-B6DB14976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1" y="226142"/>
            <a:ext cx="11788876" cy="641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9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1967-619D-FE59-F5D6-E22A364D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C10D0-C662-5F80-74F6-DA3FFA856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The client begins by selecting their preferred subject and topic.</a:t>
            </a:r>
          </a:p>
          <a:p>
            <a:r>
              <a:rPr lang="en-US" sz="1600" dirty="0"/>
              <a:t>They then specify the type and number of questions they want to generate, with an additional option to upload a PDF for generating questions.</a:t>
            </a:r>
          </a:p>
          <a:p>
            <a:r>
              <a:rPr lang="en-US" sz="1600" dirty="0"/>
              <a:t>Once the options are selected from the dropdown menu, the request is sent to the server for processing.</a:t>
            </a:r>
          </a:p>
          <a:p>
            <a:r>
              <a:rPr lang="en-US" sz="1600" dirty="0"/>
              <a:t>The system scrapes relevant data based on the chosen topic or subtopic from the web and provides it to the LLM for question generation.</a:t>
            </a:r>
          </a:p>
          <a:p>
            <a:r>
              <a:rPr lang="en-US" sz="1600" dirty="0"/>
              <a:t>The LLM generates the requested types of questions as per the client’s input.</a:t>
            </a:r>
          </a:p>
          <a:p>
            <a:r>
              <a:rPr lang="en-US" sz="1600" dirty="0"/>
              <a:t>Finally, these generated questions are sent to the frontend, where the client can view and utilize them.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2880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DB64-70DE-718A-0704-213F0AF7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User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8C830-6BC1-5019-7224-2E142E365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4" y="1922207"/>
            <a:ext cx="4798143" cy="3380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222BD6-565E-013C-2BE5-EA5816811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3" y="1853381"/>
            <a:ext cx="4729316" cy="33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4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BC9C-59ED-DBC5-67AC-D1BDCA8B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E025-F2DB-074D-4663-A296160DD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T5 LLM is fine tuned on how to generate different type of questions.</a:t>
            </a:r>
          </a:p>
          <a:p>
            <a:r>
              <a:rPr lang="en-IN" dirty="0"/>
              <a:t>The LLM is fine tuned by combining </a:t>
            </a:r>
            <a:r>
              <a:rPr lang="en-IN" dirty="0" err="1"/>
              <a:t>boolq</a:t>
            </a:r>
            <a:r>
              <a:rPr lang="en-IN" dirty="0"/>
              <a:t>, </a:t>
            </a:r>
            <a:r>
              <a:rPr lang="en-IN" dirty="0" err="1"/>
              <a:t>ms-marco</a:t>
            </a:r>
            <a:r>
              <a:rPr lang="en-IN" dirty="0"/>
              <a:t>, </a:t>
            </a:r>
            <a:r>
              <a:rPr lang="en-IN" dirty="0" err="1"/>
              <a:t>cbt</a:t>
            </a:r>
            <a:r>
              <a:rPr lang="en-IN" dirty="0"/>
              <a:t> and race datasets for generating different type of questions.</a:t>
            </a:r>
          </a:p>
          <a:p>
            <a:r>
              <a:rPr lang="en-IN" dirty="0"/>
              <a:t>BOOLQ- This dataset helps t5 to learn how to generate true and false questions.</a:t>
            </a:r>
          </a:p>
          <a:p>
            <a:r>
              <a:rPr lang="en-IN" dirty="0"/>
              <a:t>MS-MARCO- This dataset is used to generate short answers questions</a:t>
            </a:r>
          </a:p>
          <a:p>
            <a:r>
              <a:rPr lang="en-IN" dirty="0"/>
              <a:t>CBT-This dataset is used to generate fill in the blanks</a:t>
            </a:r>
          </a:p>
          <a:p>
            <a:r>
              <a:rPr lang="en-IN" dirty="0"/>
              <a:t>Race- This dataset is used to generate </a:t>
            </a:r>
            <a:r>
              <a:rPr lang="en-IN" dirty="0" err="1"/>
              <a:t>mcqs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346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76</TotalTime>
  <Words>202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Garamond</vt:lpstr>
      <vt:lpstr>Savon</vt:lpstr>
      <vt:lpstr>PowerPoint Presentation</vt:lpstr>
      <vt:lpstr>PowerPoint Presentation</vt:lpstr>
      <vt:lpstr>Workflow</vt:lpstr>
      <vt:lpstr>User Interface</vt:lpstr>
      <vt:lpstr>T5 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pranitha nagubandi</dc:creator>
  <cp:lastModifiedBy>n pranitha nagubandi</cp:lastModifiedBy>
  <cp:revision>1</cp:revision>
  <dcterms:created xsi:type="dcterms:W3CDTF">2024-11-28T14:34:42Z</dcterms:created>
  <dcterms:modified xsi:type="dcterms:W3CDTF">2024-12-01T10:58:35Z</dcterms:modified>
</cp:coreProperties>
</file>